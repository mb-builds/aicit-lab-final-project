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1" r:id="rId6"/>
    <p:sldId id="264" r:id="rId7"/>
    <p:sldId id="265" r:id="rId8"/>
    <p:sldId id="266" r:id="rId9"/>
    <p:sldId id="258" r:id="rId10"/>
    <p:sldId id="268" r:id="rId11"/>
    <p:sldId id="267" r:id="rId12"/>
    <p:sldId id="259" r:id="rId13"/>
    <p:sldId id="269" r:id="rId14"/>
    <p:sldId id="26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>
        <p:scale>
          <a:sx n="77" d="100"/>
          <a:sy n="77" d="100"/>
        </p:scale>
        <p:origin x="91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rahbil Abdurrehman" userId="cdcb4f59ff35075c" providerId="LiveId" clId="{EDA5B146-869C-43C1-A511-CD82903535E4}"/>
    <pc:docChg chg="undo custSel addSld delSld modSld modMainMaster">
      <pc:chgData name="Shurahbil Abdurrehman" userId="cdcb4f59ff35075c" providerId="LiveId" clId="{EDA5B146-869C-43C1-A511-CD82903535E4}" dt="2026-01-08T06:05:00.121" v="911"/>
      <pc:docMkLst>
        <pc:docMk/>
      </pc:docMkLst>
      <pc:sldChg chg="modSp mod modTransition">
        <pc:chgData name="Shurahbil Abdurrehman" userId="cdcb4f59ff35075c" providerId="LiveId" clId="{EDA5B146-869C-43C1-A511-CD82903535E4}" dt="2026-01-08T05:45:57.531" v="677"/>
        <pc:sldMkLst>
          <pc:docMk/>
          <pc:sldMk cId="1487700712" sldId="256"/>
        </pc:sldMkLst>
        <pc:spChg chg="mod">
          <ac:chgData name="Shurahbil Abdurrehman" userId="cdcb4f59ff35075c" providerId="LiveId" clId="{EDA5B146-869C-43C1-A511-CD82903535E4}" dt="2026-01-08T04:49:23.583" v="295" actId="20577"/>
          <ac:spMkLst>
            <pc:docMk/>
            <pc:sldMk cId="1487700712" sldId="256"/>
            <ac:spMk id="3" creationId="{48B6CF59-4E5B-494D-A2F7-97ADD01E6497}"/>
          </ac:spMkLst>
        </pc:spChg>
      </pc:sldChg>
      <pc:sldChg chg="addSp delSp modSp mod modTransition">
        <pc:chgData name="Shurahbil Abdurrehman" userId="cdcb4f59ff35075c" providerId="LiveId" clId="{EDA5B146-869C-43C1-A511-CD82903535E4}" dt="2026-01-08T05:46:48.079" v="685"/>
        <pc:sldMkLst>
          <pc:docMk/>
          <pc:sldMk cId="497607547" sldId="258"/>
        </pc:sldMkLst>
        <pc:spChg chg="mod">
          <ac:chgData name="Shurahbil Abdurrehman" userId="cdcb4f59ff35075c" providerId="LiveId" clId="{EDA5B146-869C-43C1-A511-CD82903535E4}" dt="2026-01-08T00:30:27.812" v="505" actId="20577"/>
          <ac:spMkLst>
            <pc:docMk/>
            <pc:sldMk cId="497607547" sldId="258"/>
            <ac:spMk id="2" creationId="{921633EB-7DCB-4DDC-80AF-C885A3EE1245}"/>
          </ac:spMkLst>
        </pc:spChg>
        <pc:spChg chg="add del mod">
          <ac:chgData name="Shurahbil Abdurrehman" userId="cdcb4f59ff35075c" providerId="LiveId" clId="{EDA5B146-869C-43C1-A511-CD82903535E4}" dt="2026-01-08T04:22:56.309" v="111" actId="931"/>
          <ac:spMkLst>
            <pc:docMk/>
            <pc:sldMk cId="497607547" sldId="258"/>
            <ac:spMk id="4" creationId="{B61395A5-62E3-5E47-BBAB-1349EF7B7051}"/>
          </ac:spMkLst>
        </pc:spChg>
        <pc:spChg chg="add del mod">
          <ac:chgData name="Shurahbil Abdurrehman" userId="cdcb4f59ff35075c" providerId="LiveId" clId="{EDA5B146-869C-43C1-A511-CD82903535E4}" dt="2026-01-08T04:23:21.643" v="115" actId="931"/>
          <ac:spMkLst>
            <pc:docMk/>
            <pc:sldMk cId="497607547" sldId="258"/>
            <ac:spMk id="8" creationId="{2B819DE4-E15A-4EBF-F2F5-9EF3E41FB157}"/>
          </ac:spMkLst>
        </pc:spChg>
        <pc:picChg chg="add del mod">
          <ac:chgData name="Shurahbil Abdurrehman" userId="cdcb4f59ff35075c" providerId="LiveId" clId="{EDA5B146-869C-43C1-A511-CD82903535E4}" dt="2026-01-08T04:23:14.485" v="114" actId="478"/>
          <ac:picMkLst>
            <pc:docMk/>
            <pc:sldMk cId="497607547" sldId="258"/>
            <ac:picMk id="6" creationId="{EA8F1318-8BBF-9764-8405-017CFBAF0E35}"/>
          </ac:picMkLst>
        </pc:picChg>
        <pc:picChg chg="add mod">
          <ac:chgData name="Shurahbil Abdurrehman" userId="cdcb4f59ff35075c" providerId="LiveId" clId="{EDA5B146-869C-43C1-A511-CD82903535E4}" dt="2026-01-08T04:23:21.643" v="115" actId="931"/>
          <ac:picMkLst>
            <pc:docMk/>
            <pc:sldMk cId="497607547" sldId="258"/>
            <ac:picMk id="10" creationId="{69211D8C-F46E-91C5-98E9-D53F7C34B2F2}"/>
          </ac:picMkLst>
        </pc:picChg>
        <pc:picChg chg="del mod">
          <ac:chgData name="Shurahbil Abdurrehman" userId="cdcb4f59ff35075c" providerId="LiveId" clId="{EDA5B146-869C-43C1-A511-CD82903535E4}" dt="2026-01-08T04:22:40.029" v="110" actId="478"/>
          <ac:picMkLst>
            <pc:docMk/>
            <pc:sldMk cId="497607547" sldId="258"/>
            <ac:picMk id="18" creationId="{BFEA8EC1-23A4-4843-A9C3-AE771D73392A}"/>
          </ac:picMkLst>
        </pc:picChg>
      </pc:sldChg>
      <pc:sldChg chg="addSp modSp mod modTransition">
        <pc:chgData name="Shurahbil Abdurrehman" userId="cdcb4f59ff35075c" providerId="LiveId" clId="{EDA5B146-869C-43C1-A511-CD82903535E4}" dt="2026-01-08T05:47:08.741" v="690"/>
        <pc:sldMkLst>
          <pc:docMk/>
          <pc:sldMk cId="4209322005" sldId="259"/>
        </pc:sldMkLst>
        <pc:spChg chg="mod">
          <ac:chgData name="Shurahbil Abdurrehman" userId="cdcb4f59ff35075c" providerId="LiveId" clId="{EDA5B146-869C-43C1-A511-CD82903535E4}" dt="2026-01-08T04:39:26.274" v="212" actId="20577"/>
          <ac:spMkLst>
            <pc:docMk/>
            <pc:sldMk cId="4209322005" sldId="259"/>
            <ac:spMk id="2" creationId="{7F2616EE-270D-4F4C-BA1F-2708D387B800}"/>
          </ac:spMkLst>
        </pc:spChg>
        <pc:spChg chg="add mod">
          <ac:chgData name="Shurahbil Abdurrehman" userId="cdcb4f59ff35075c" providerId="LiveId" clId="{EDA5B146-869C-43C1-A511-CD82903535E4}" dt="2026-01-08T04:43:45.725" v="246" actId="207"/>
          <ac:spMkLst>
            <pc:docMk/>
            <pc:sldMk cId="4209322005" sldId="259"/>
            <ac:spMk id="5" creationId="{1BB8A769-CC1F-E64D-6887-C297968E17C9}"/>
          </ac:spMkLst>
        </pc:spChg>
        <pc:graphicFrameChg chg="mod modGraphic">
          <ac:chgData name="Shurahbil Abdurrehman" userId="cdcb4f59ff35075c" providerId="LiveId" clId="{EDA5B146-869C-43C1-A511-CD82903535E4}" dt="2026-01-08T04:47:51.596" v="290" actId="20577"/>
          <ac:graphicFrameMkLst>
            <pc:docMk/>
            <pc:sldMk cId="4209322005" sldId="259"/>
            <ac:graphicFrameMk id="6" creationId="{BF629521-FFD2-45DA-9D1D-A5F09BD5A2D9}"/>
          </ac:graphicFrameMkLst>
        </pc:graphicFrameChg>
        <pc:picChg chg="add mod">
          <ac:chgData name="Shurahbil Abdurrehman" userId="cdcb4f59ff35075c" providerId="LiveId" clId="{EDA5B146-869C-43C1-A511-CD82903535E4}" dt="2026-01-08T04:47:38.188" v="285" actId="1076"/>
          <ac:picMkLst>
            <pc:docMk/>
            <pc:sldMk cId="4209322005" sldId="259"/>
            <ac:picMk id="4" creationId="{1A7CE3A0-4490-6575-1931-A0311538AFB5}"/>
          </ac:picMkLst>
        </pc:picChg>
        <pc:picChg chg="mod">
          <ac:chgData name="Shurahbil Abdurrehman" userId="cdcb4f59ff35075c" providerId="LiveId" clId="{EDA5B146-869C-43C1-A511-CD82903535E4}" dt="2026-01-08T04:46:59.728" v="276" actId="1076"/>
          <ac:picMkLst>
            <pc:docMk/>
            <pc:sldMk cId="4209322005" sldId="259"/>
            <ac:picMk id="8" creationId="{EA70616B-E344-4856-8DF9-707C26236613}"/>
          </ac:picMkLst>
        </pc:picChg>
        <pc:picChg chg="add mod">
          <ac:chgData name="Shurahbil Abdurrehman" userId="cdcb4f59ff35075c" providerId="LiveId" clId="{EDA5B146-869C-43C1-A511-CD82903535E4}" dt="2026-01-08T04:47:27.672" v="283" actId="1076"/>
          <ac:picMkLst>
            <pc:docMk/>
            <pc:sldMk cId="4209322005" sldId="259"/>
            <ac:picMk id="9" creationId="{E7345901-C63E-FFB2-B5FE-B7F1302B148A}"/>
          </ac:picMkLst>
        </pc:picChg>
        <pc:picChg chg="add mod">
          <ac:chgData name="Shurahbil Abdurrehman" userId="cdcb4f59ff35075c" providerId="LiveId" clId="{EDA5B146-869C-43C1-A511-CD82903535E4}" dt="2026-01-08T04:45:05.827" v="268" actId="571"/>
          <ac:picMkLst>
            <pc:docMk/>
            <pc:sldMk cId="4209322005" sldId="259"/>
            <ac:picMk id="10" creationId="{AD096542-CC80-2486-326B-4CCE50CB1433}"/>
          </ac:picMkLst>
        </pc:picChg>
        <pc:picChg chg="add mod">
          <ac:chgData name="Shurahbil Abdurrehman" userId="cdcb4f59ff35075c" providerId="LiveId" clId="{EDA5B146-869C-43C1-A511-CD82903535E4}" dt="2026-01-08T04:47:22.972" v="282" actId="1076"/>
          <ac:picMkLst>
            <pc:docMk/>
            <pc:sldMk cId="4209322005" sldId="259"/>
            <ac:picMk id="12" creationId="{043C6550-2CCE-E40E-4EB7-30AB241E8FA1}"/>
          </ac:picMkLst>
        </pc:picChg>
        <pc:picChg chg="add mod">
          <ac:chgData name="Shurahbil Abdurrehman" userId="cdcb4f59ff35075c" providerId="LiveId" clId="{EDA5B146-869C-43C1-A511-CD82903535E4}" dt="2026-01-08T04:47:16.276" v="281" actId="571"/>
          <ac:picMkLst>
            <pc:docMk/>
            <pc:sldMk cId="4209322005" sldId="259"/>
            <ac:picMk id="14" creationId="{1B19648A-A7AB-FED4-EC17-BA7FAE43B9C5}"/>
          </ac:picMkLst>
        </pc:picChg>
      </pc:sldChg>
      <pc:sldChg chg="addSp delSp modSp mod modTransition delAnim">
        <pc:chgData name="Shurahbil Abdurrehman" userId="cdcb4f59ff35075c" providerId="LiveId" clId="{EDA5B146-869C-43C1-A511-CD82903535E4}" dt="2026-01-08T05:47:28.268" v="694"/>
        <pc:sldMkLst>
          <pc:docMk/>
          <pc:sldMk cId="3501347425" sldId="260"/>
        </pc:sldMkLst>
        <pc:spChg chg="add del mod">
          <ac:chgData name="Shurahbil Abdurrehman" userId="cdcb4f59ff35075c" providerId="LiveId" clId="{EDA5B146-869C-43C1-A511-CD82903535E4}" dt="2026-01-08T05:41:01.935" v="676" actId="20577"/>
          <ac:spMkLst>
            <pc:docMk/>
            <pc:sldMk cId="3501347425" sldId="260"/>
            <ac:spMk id="3" creationId="{A9CB511D-EA45-4336-847C-1252667143B5}"/>
          </ac:spMkLst>
        </pc:spChg>
        <pc:spChg chg="add del mod">
          <ac:chgData name="Shurahbil Abdurrehman" userId="cdcb4f59ff35075c" providerId="LiveId" clId="{EDA5B146-869C-43C1-A511-CD82903535E4}" dt="2026-01-08T05:40:49.642" v="653" actId="21"/>
          <ac:spMkLst>
            <pc:docMk/>
            <pc:sldMk cId="3501347425" sldId="260"/>
            <ac:spMk id="7" creationId="{717A96D4-D827-AA72-55E1-7907AA2F3B20}"/>
          </ac:spMkLst>
        </pc:spChg>
        <pc:spChg chg="add del mod">
          <ac:chgData name="Shurahbil Abdurrehman" userId="cdcb4f59ff35075c" providerId="LiveId" clId="{EDA5B146-869C-43C1-A511-CD82903535E4}" dt="2026-01-08T05:40:58.204" v="655" actId="21"/>
          <ac:spMkLst>
            <pc:docMk/>
            <pc:sldMk cId="3501347425" sldId="260"/>
            <ac:spMk id="9" creationId="{E9A75446-EE41-1674-24F7-93EBA905ABD5}"/>
          </ac:spMkLst>
        </pc:spChg>
        <pc:picChg chg="add del mod">
          <ac:chgData name="Shurahbil Abdurrehman" userId="cdcb4f59ff35075c" providerId="LiveId" clId="{EDA5B146-869C-43C1-A511-CD82903535E4}" dt="2026-01-08T05:40:32.972" v="651" actId="478"/>
          <ac:picMkLst>
            <pc:docMk/>
            <pc:sldMk cId="3501347425" sldId="260"/>
            <ac:picMk id="4" creationId="{1DE9E4D4-407D-C23A-F861-DDF387B4F6F2}"/>
          </ac:picMkLst>
        </pc:picChg>
      </pc:sldChg>
      <pc:sldChg chg="addSp delSp modSp mod modTransition">
        <pc:chgData name="Shurahbil Abdurrehman" userId="cdcb4f59ff35075c" providerId="LiveId" clId="{EDA5B146-869C-43C1-A511-CD82903535E4}" dt="2026-01-08T05:46:00.670" v="678"/>
        <pc:sldMkLst>
          <pc:docMk/>
          <pc:sldMk cId="1703342593" sldId="261"/>
        </pc:sldMkLst>
        <pc:spChg chg="add mod">
          <ac:chgData name="Shurahbil Abdurrehman" userId="cdcb4f59ff35075c" providerId="LiveId" clId="{EDA5B146-869C-43C1-A511-CD82903535E4}" dt="2026-01-08T04:09:55.797" v="40" actId="2085"/>
          <ac:spMkLst>
            <pc:docMk/>
            <pc:sldMk cId="1703342593" sldId="261"/>
            <ac:spMk id="10" creationId="{9580C7CE-5A5D-ABF4-8E3F-BBA4042DBFC3}"/>
          </ac:spMkLst>
        </pc:spChg>
        <pc:spChg chg="add mod">
          <ac:chgData name="Shurahbil Abdurrehman" userId="cdcb4f59ff35075c" providerId="LiveId" clId="{EDA5B146-869C-43C1-A511-CD82903535E4}" dt="2026-01-08T04:10:04.651" v="43" actId="1076"/>
          <ac:spMkLst>
            <pc:docMk/>
            <pc:sldMk cId="1703342593" sldId="261"/>
            <ac:spMk id="11" creationId="{A9F9868A-0DCB-A13D-85A4-911BF0277A3E}"/>
          </ac:spMkLst>
        </pc:spChg>
        <pc:graphicFrameChg chg="mod modGraphic">
          <ac:chgData name="Shurahbil Abdurrehman" userId="cdcb4f59ff35075c" providerId="LiveId" clId="{EDA5B146-869C-43C1-A511-CD82903535E4}" dt="2026-01-08T00:28:18.539" v="370" actId="20577"/>
          <ac:graphicFrameMkLst>
            <pc:docMk/>
            <pc:sldMk cId="1703342593" sldId="261"/>
            <ac:graphicFrameMk id="4" creationId="{81E592E1-99DF-4294-A2E9-EF46299BD3F4}"/>
          </ac:graphicFrameMkLst>
        </pc:graphicFrameChg>
        <pc:picChg chg="del mod">
          <ac:chgData name="Shurahbil Abdurrehman" userId="cdcb4f59ff35075c" providerId="LiveId" clId="{EDA5B146-869C-43C1-A511-CD82903535E4}" dt="2026-01-08T04:07:43.061" v="32" actId="478"/>
          <ac:picMkLst>
            <pc:docMk/>
            <pc:sldMk cId="1703342593" sldId="261"/>
            <ac:picMk id="7" creationId="{9FFA5C8A-B336-FF9C-D648-6E4EEB4CFB0D}"/>
          </ac:picMkLst>
        </pc:picChg>
        <pc:picChg chg="add del mod">
          <ac:chgData name="Shurahbil Abdurrehman" userId="cdcb4f59ff35075c" providerId="LiveId" clId="{EDA5B146-869C-43C1-A511-CD82903535E4}" dt="2026-01-08T04:07:15.302" v="30" actId="478"/>
          <ac:picMkLst>
            <pc:docMk/>
            <pc:sldMk cId="1703342593" sldId="261"/>
            <ac:picMk id="9" creationId="{B0ECA41B-C8F2-3821-DF12-93A41DDB056B}"/>
          </ac:picMkLst>
        </pc:picChg>
      </pc:sldChg>
      <pc:sldChg chg="new del">
        <pc:chgData name="Shurahbil Abdurrehman" userId="cdcb4f59ff35075c" providerId="LiveId" clId="{EDA5B146-869C-43C1-A511-CD82903535E4}" dt="2026-01-08T04:10:39.101" v="46" actId="47"/>
        <pc:sldMkLst>
          <pc:docMk/>
          <pc:sldMk cId="372965382" sldId="262"/>
        </pc:sldMkLst>
      </pc:sldChg>
      <pc:sldChg chg="addSp delSp modSp new del mod">
        <pc:chgData name="Shurahbil Abdurrehman" userId="cdcb4f59ff35075c" providerId="LiveId" clId="{EDA5B146-869C-43C1-A511-CD82903535E4}" dt="2026-01-08T04:15:41" v="97" actId="2696"/>
        <pc:sldMkLst>
          <pc:docMk/>
          <pc:sldMk cId="1596811057" sldId="263"/>
        </pc:sldMkLst>
        <pc:spChg chg="del">
          <ac:chgData name="Shurahbil Abdurrehman" userId="cdcb4f59ff35075c" providerId="LiveId" clId="{EDA5B146-869C-43C1-A511-CD82903535E4}" dt="2026-01-08T04:13:48.397" v="47" actId="931"/>
          <ac:spMkLst>
            <pc:docMk/>
            <pc:sldMk cId="1596811057" sldId="263"/>
            <ac:spMk id="3" creationId="{0AAD0EDC-8BE8-9D27-55D2-5319809325FE}"/>
          </ac:spMkLst>
        </pc:spChg>
        <pc:picChg chg="add mod">
          <ac:chgData name="Shurahbil Abdurrehman" userId="cdcb4f59ff35075c" providerId="LiveId" clId="{EDA5B146-869C-43C1-A511-CD82903535E4}" dt="2026-01-08T04:14:38.840" v="50" actId="14100"/>
          <ac:picMkLst>
            <pc:docMk/>
            <pc:sldMk cId="1596811057" sldId="263"/>
            <ac:picMk id="6" creationId="{37F3F265-1000-4CB6-2F28-24F1314F4C59}"/>
          </ac:picMkLst>
        </pc:picChg>
      </pc:sldChg>
      <pc:sldChg chg="addSp delSp modSp new mod modTransition">
        <pc:chgData name="Shurahbil Abdurrehman" userId="cdcb4f59ff35075c" providerId="LiveId" clId="{EDA5B146-869C-43C1-A511-CD82903535E4}" dt="2026-01-08T05:46:06.398" v="679"/>
        <pc:sldMkLst>
          <pc:docMk/>
          <pc:sldMk cId="2700233883" sldId="264"/>
        </pc:sldMkLst>
        <pc:spChg chg="mod">
          <ac:chgData name="Shurahbil Abdurrehman" userId="cdcb4f59ff35075c" providerId="LiveId" clId="{EDA5B146-869C-43C1-A511-CD82903535E4}" dt="2026-01-08T04:49:34.575" v="304" actId="20577"/>
          <ac:spMkLst>
            <pc:docMk/>
            <pc:sldMk cId="2700233883" sldId="264"/>
            <ac:spMk id="2" creationId="{A1338327-2B7D-B886-B006-20D44F643C43}"/>
          </ac:spMkLst>
        </pc:spChg>
        <pc:spChg chg="mod">
          <ac:chgData name="Shurahbil Abdurrehman" userId="cdcb4f59ff35075c" providerId="LiveId" clId="{EDA5B146-869C-43C1-A511-CD82903535E4}" dt="2026-01-08T00:29:35.442" v="477" actId="20577"/>
          <ac:spMkLst>
            <pc:docMk/>
            <pc:sldMk cId="2700233883" sldId="264"/>
            <ac:spMk id="3" creationId="{AA2975EE-8960-A65F-3FEE-C25BF3C56A1C}"/>
          </ac:spMkLst>
        </pc:spChg>
        <pc:spChg chg="del">
          <ac:chgData name="Shurahbil Abdurrehman" userId="cdcb4f59ff35075c" providerId="LiveId" clId="{EDA5B146-869C-43C1-A511-CD82903535E4}" dt="2026-01-08T04:15:00.425" v="52" actId="931"/>
          <ac:spMkLst>
            <pc:docMk/>
            <pc:sldMk cId="2700233883" sldId="264"/>
            <ac:spMk id="4" creationId="{773D4E20-B0CC-E580-2D4C-B9E7D2403202}"/>
          </ac:spMkLst>
        </pc:spChg>
        <pc:spChg chg="mod">
          <ac:chgData name="Shurahbil Abdurrehman" userId="cdcb4f59ff35075c" providerId="LiveId" clId="{EDA5B146-869C-43C1-A511-CD82903535E4}" dt="2026-01-08T00:29:30.093" v="461" actId="20577"/>
          <ac:spMkLst>
            <pc:docMk/>
            <pc:sldMk cId="2700233883" sldId="264"/>
            <ac:spMk id="5" creationId="{A477D8C5-D1A6-FF84-4AD6-FAF6DCA8E127}"/>
          </ac:spMkLst>
        </pc:spChg>
        <pc:spChg chg="del">
          <ac:chgData name="Shurahbil Abdurrehman" userId="cdcb4f59ff35075c" providerId="LiveId" clId="{EDA5B146-869C-43C1-A511-CD82903535E4}" dt="2026-01-08T04:15:13.119" v="53" actId="931"/>
          <ac:spMkLst>
            <pc:docMk/>
            <pc:sldMk cId="2700233883" sldId="264"/>
            <ac:spMk id="6" creationId="{361B49AA-8519-7A39-5549-B7C721749404}"/>
          </ac:spMkLst>
        </pc:spChg>
        <pc:picChg chg="add mod">
          <ac:chgData name="Shurahbil Abdurrehman" userId="cdcb4f59ff35075c" providerId="LiveId" clId="{EDA5B146-869C-43C1-A511-CD82903535E4}" dt="2026-01-08T04:15:00.425" v="52" actId="931"/>
          <ac:picMkLst>
            <pc:docMk/>
            <pc:sldMk cId="2700233883" sldId="264"/>
            <ac:picMk id="8" creationId="{237D5273-4098-8033-04C6-482749DC838F}"/>
          </ac:picMkLst>
        </pc:picChg>
        <pc:picChg chg="add mod">
          <ac:chgData name="Shurahbil Abdurrehman" userId="cdcb4f59ff35075c" providerId="LiveId" clId="{EDA5B146-869C-43C1-A511-CD82903535E4}" dt="2026-01-08T04:15:13.119" v="53" actId="931"/>
          <ac:picMkLst>
            <pc:docMk/>
            <pc:sldMk cId="2700233883" sldId="264"/>
            <ac:picMk id="10" creationId="{C23F61C6-677A-118D-FB68-273D811F6FBF}"/>
          </ac:picMkLst>
        </pc:picChg>
      </pc:sldChg>
      <pc:sldChg chg="addSp delSp modSp new del">
        <pc:chgData name="Shurahbil Abdurrehman" userId="cdcb4f59ff35075c" providerId="LiveId" clId="{EDA5B146-869C-43C1-A511-CD82903535E4}" dt="2026-01-08T04:16:37.940" v="100" actId="47"/>
        <pc:sldMkLst>
          <pc:docMk/>
          <pc:sldMk cId="2342707824" sldId="265"/>
        </pc:sldMkLst>
        <pc:spChg chg="del">
          <ac:chgData name="Shurahbil Abdurrehman" userId="cdcb4f59ff35075c" providerId="LiveId" clId="{EDA5B146-869C-43C1-A511-CD82903535E4}" dt="2026-01-08T04:16:30.132" v="99" actId="931"/>
          <ac:spMkLst>
            <pc:docMk/>
            <pc:sldMk cId="2342707824" sldId="265"/>
            <ac:spMk id="3" creationId="{A0AFF945-F655-4202-AD00-778464CE26CD}"/>
          </ac:spMkLst>
        </pc:spChg>
        <pc:picChg chg="add mod">
          <ac:chgData name="Shurahbil Abdurrehman" userId="cdcb4f59ff35075c" providerId="LiveId" clId="{EDA5B146-869C-43C1-A511-CD82903535E4}" dt="2026-01-08T04:16:30.132" v="99" actId="931"/>
          <ac:picMkLst>
            <pc:docMk/>
            <pc:sldMk cId="2342707824" sldId="265"/>
            <ac:picMk id="6" creationId="{263890B7-46D1-572F-64DE-4EF99A4A1E22}"/>
          </ac:picMkLst>
        </pc:picChg>
      </pc:sldChg>
      <pc:sldChg chg="addSp delSp modSp new mod modTransition">
        <pc:chgData name="Shurahbil Abdurrehman" userId="cdcb4f59ff35075c" providerId="LiveId" clId="{EDA5B146-869C-43C1-A511-CD82903535E4}" dt="2026-01-08T05:46:29.866" v="682"/>
        <pc:sldMkLst>
          <pc:docMk/>
          <pc:sldMk cId="3175275396" sldId="265"/>
        </pc:sldMkLst>
        <pc:spChg chg="mod">
          <ac:chgData name="Shurahbil Abdurrehman" userId="cdcb4f59ff35075c" providerId="LiveId" clId="{EDA5B146-869C-43C1-A511-CD82903535E4}" dt="2026-01-08T04:49:47.150" v="313" actId="20577"/>
          <ac:spMkLst>
            <pc:docMk/>
            <pc:sldMk cId="3175275396" sldId="265"/>
            <ac:spMk id="2" creationId="{80708B65-5C2E-216F-F6BE-D7C3BAE7897B}"/>
          </ac:spMkLst>
        </pc:spChg>
        <pc:spChg chg="mod">
          <ac:chgData name="Shurahbil Abdurrehman" userId="cdcb4f59ff35075c" providerId="LiveId" clId="{EDA5B146-869C-43C1-A511-CD82903535E4}" dt="2026-01-08T00:28:36.744" v="388" actId="20577"/>
          <ac:spMkLst>
            <pc:docMk/>
            <pc:sldMk cId="3175275396" sldId="265"/>
            <ac:spMk id="3" creationId="{8EC2DA74-18EE-5310-0EA9-0BC64DEBF68F}"/>
          </ac:spMkLst>
        </pc:spChg>
        <pc:spChg chg="del">
          <ac:chgData name="Shurahbil Abdurrehman" userId="cdcb4f59ff35075c" providerId="LiveId" clId="{EDA5B146-869C-43C1-A511-CD82903535E4}" dt="2026-01-08T04:16:53.315" v="102" actId="931"/>
          <ac:spMkLst>
            <pc:docMk/>
            <pc:sldMk cId="3175275396" sldId="265"/>
            <ac:spMk id="4" creationId="{A6CDFC7B-E4B2-A439-6E91-AAF50B955D62}"/>
          </ac:spMkLst>
        </pc:spChg>
        <pc:spChg chg="mod">
          <ac:chgData name="Shurahbil Abdurrehman" userId="cdcb4f59ff35075c" providerId="LiveId" clId="{EDA5B146-869C-43C1-A511-CD82903535E4}" dt="2026-01-08T00:28:51.542" v="434" actId="20577"/>
          <ac:spMkLst>
            <pc:docMk/>
            <pc:sldMk cId="3175275396" sldId="265"/>
            <ac:spMk id="5" creationId="{079F7E34-0FC8-4967-1122-E15D81E11EF0}"/>
          </ac:spMkLst>
        </pc:spChg>
        <pc:spChg chg="del">
          <ac:chgData name="Shurahbil Abdurrehman" userId="cdcb4f59ff35075c" providerId="LiveId" clId="{EDA5B146-869C-43C1-A511-CD82903535E4}" dt="2026-01-08T04:17:03.503" v="103" actId="931"/>
          <ac:spMkLst>
            <pc:docMk/>
            <pc:sldMk cId="3175275396" sldId="265"/>
            <ac:spMk id="6" creationId="{E90E6C4D-9074-A1EC-5914-16651BE87514}"/>
          </ac:spMkLst>
        </pc:spChg>
        <pc:picChg chg="add mod">
          <ac:chgData name="Shurahbil Abdurrehman" userId="cdcb4f59ff35075c" providerId="LiveId" clId="{EDA5B146-869C-43C1-A511-CD82903535E4}" dt="2026-01-08T04:16:53.315" v="102" actId="931"/>
          <ac:picMkLst>
            <pc:docMk/>
            <pc:sldMk cId="3175275396" sldId="265"/>
            <ac:picMk id="8" creationId="{9BE36437-0027-56FA-FDD8-810989E1284F}"/>
          </ac:picMkLst>
        </pc:picChg>
        <pc:picChg chg="add mod">
          <ac:chgData name="Shurahbil Abdurrehman" userId="cdcb4f59ff35075c" providerId="LiveId" clId="{EDA5B146-869C-43C1-A511-CD82903535E4}" dt="2026-01-08T04:17:03.503" v="103" actId="931"/>
          <ac:picMkLst>
            <pc:docMk/>
            <pc:sldMk cId="3175275396" sldId="265"/>
            <ac:picMk id="10" creationId="{7CAC37BF-6607-AB6F-75F4-FA12D657EEF6}"/>
          </ac:picMkLst>
        </pc:picChg>
      </pc:sldChg>
      <pc:sldChg chg="addSp delSp modSp new mod modTransition">
        <pc:chgData name="Shurahbil Abdurrehman" userId="cdcb4f59ff35075c" providerId="LiveId" clId="{EDA5B146-869C-43C1-A511-CD82903535E4}" dt="2026-01-08T05:46:40.545" v="684"/>
        <pc:sldMkLst>
          <pc:docMk/>
          <pc:sldMk cId="936983399" sldId="266"/>
        </pc:sldMkLst>
        <pc:spChg chg="mod">
          <ac:chgData name="Shurahbil Abdurrehman" userId="cdcb4f59ff35075c" providerId="LiveId" clId="{EDA5B146-869C-43C1-A511-CD82903535E4}" dt="2026-01-08T00:29:54.114" v="496" actId="20577"/>
          <ac:spMkLst>
            <pc:docMk/>
            <pc:sldMk cId="936983399" sldId="266"/>
            <ac:spMk id="2" creationId="{1AFF6101-5032-4795-6F08-32F29311DBE2}"/>
          </ac:spMkLst>
        </pc:spChg>
        <pc:spChg chg="del">
          <ac:chgData name="Shurahbil Abdurrehman" userId="cdcb4f59ff35075c" providerId="LiveId" clId="{EDA5B146-869C-43C1-A511-CD82903535E4}" dt="2026-01-08T04:17:23.236" v="105" actId="931"/>
          <ac:spMkLst>
            <pc:docMk/>
            <pc:sldMk cId="936983399" sldId="266"/>
            <ac:spMk id="3" creationId="{6CFD7942-16A3-827B-AA3D-9077550A239D}"/>
          </ac:spMkLst>
        </pc:spChg>
        <pc:spChg chg="del">
          <ac:chgData name="Shurahbil Abdurrehman" userId="cdcb4f59ff35075c" providerId="LiveId" clId="{EDA5B146-869C-43C1-A511-CD82903535E4}" dt="2026-01-08T04:50:15.567" v="362" actId="478"/>
          <ac:spMkLst>
            <pc:docMk/>
            <pc:sldMk cId="936983399" sldId="266"/>
            <ac:spMk id="4" creationId="{F6C82E00-9B13-58AE-10C5-8F1D1ECBCF0A}"/>
          </ac:spMkLst>
        </pc:spChg>
        <pc:picChg chg="add mod">
          <ac:chgData name="Shurahbil Abdurrehman" userId="cdcb4f59ff35075c" providerId="LiveId" clId="{EDA5B146-869C-43C1-A511-CD82903535E4}" dt="2026-01-08T04:17:23.236" v="105" actId="931"/>
          <ac:picMkLst>
            <pc:docMk/>
            <pc:sldMk cId="936983399" sldId="266"/>
            <ac:picMk id="6" creationId="{FD2C20A8-4A51-88EF-54AB-B09D02ADC863}"/>
          </ac:picMkLst>
        </pc:picChg>
      </pc:sldChg>
      <pc:sldChg chg="new del">
        <pc:chgData name="Shurahbil Abdurrehman" userId="cdcb4f59ff35075c" providerId="LiveId" clId="{EDA5B146-869C-43C1-A511-CD82903535E4}" dt="2026-01-08T04:23:50.927" v="117" actId="47"/>
        <pc:sldMkLst>
          <pc:docMk/>
          <pc:sldMk cId="928750794" sldId="267"/>
        </pc:sldMkLst>
      </pc:sldChg>
      <pc:sldChg chg="addSp modSp new mod modTransition">
        <pc:chgData name="Shurahbil Abdurrehman" userId="cdcb4f59ff35075c" providerId="LiveId" clId="{EDA5B146-869C-43C1-A511-CD82903535E4}" dt="2026-01-08T05:47:04.701" v="689"/>
        <pc:sldMkLst>
          <pc:docMk/>
          <pc:sldMk cId="1612779384" sldId="267"/>
        </pc:sldMkLst>
        <pc:spChg chg="mod">
          <ac:chgData name="Shurahbil Abdurrehman" userId="cdcb4f59ff35075c" providerId="LiveId" clId="{EDA5B146-869C-43C1-A511-CD82903535E4}" dt="2026-01-08T04:31:55.250" v="161" actId="20577"/>
          <ac:spMkLst>
            <pc:docMk/>
            <pc:sldMk cId="1612779384" sldId="267"/>
            <ac:spMk id="2" creationId="{54DE67E4-3AAB-1E81-E17E-EA647AE26962}"/>
          </ac:spMkLst>
        </pc:spChg>
        <pc:spChg chg="mod">
          <ac:chgData name="Shurahbil Abdurrehman" userId="cdcb4f59ff35075c" providerId="LiveId" clId="{EDA5B146-869C-43C1-A511-CD82903535E4}" dt="2026-01-08T00:31:50.742" v="649" actId="20577"/>
          <ac:spMkLst>
            <pc:docMk/>
            <pc:sldMk cId="1612779384" sldId="267"/>
            <ac:spMk id="3" creationId="{D516DECD-EA16-E7FC-DCE3-453614E4C2F7}"/>
          </ac:spMkLst>
        </pc:spChg>
        <pc:picChg chg="add mod">
          <ac:chgData name="Shurahbil Abdurrehman" userId="cdcb4f59ff35075c" providerId="LiveId" clId="{EDA5B146-869C-43C1-A511-CD82903535E4}" dt="2026-01-08T04:30:59.612" v="133" actId="1076"/>
          <ac:picMkLst>
            <pc:docMk/>
            <pc:sldMk cId="1612779384" sldId="267"/>
            <ac:picMk id="5" creationId="{8E982665-0A95-612B-E539-08D70A66A22A}"/>
          </ac:picMkLst>
        </pc:picChg>
        <pc:picChg chg="add mod">
          <ac:chgData name="Shurahbil Abdurrehman" userId="cdcb4f59ff35075c" providerId="LiveId" clId="{EDA5B146-869C-43C1-A511-CD82903535E4}" dt="2026-01-08T04:31:41.760" v="145" actId="14100"/>
          <ac:picMkLst>
            <pc:docMk/>
            <pc:sldMk cId="1612779384" sldId="267"/>
            <ac:picMk id="7" creationId="{190A01D9-2EED-FE5A-87C2-71349AC0EBE6}"/>
          </ac:picMkLst>
        </pc:picChg>
        <pc:picChg chg="add mod">
          <ac:chgData name="Shurahbil Abdurrehman" userId="cdcb4f59ff35075c" providerId="LiveId" clId="{EDA5B146-869C-43C1-A511-CD82903535E4}" dt="2026-01-08T04:31:44.517" v="146" actId="14100"/>
          <ac:picMkLst>
            <pc:docMk/>
            <pc:sldMk cId="1612779384" sldId="267"/>
            <ac:picMk id="9" creationId="{E9A1A038-54FB-8D35-6A39-57E4A7CDC34C}"/>
          </ac:picMkLst>
        </pc:picChg>
      </pc:sldChg>
      <pc:sldChg chg="addSp delSp add del setBg delDesignElem">
        <pc:chgData name="Shurahbil Abdurrehman" userId="cdcb4f59ff35075c" providerId="LiveId" clId="{EDA5B146-869C-43C1-A511-CD82903535E4}" dt="2026-01-08T04:24:03.673" v="120"/>
        <pc:sldMkLst>
          <pc:docMk/>
          <pc:sldMk cId="1829762810" sldId="267"/>
        </pc:sldMkLst>
        <pc:spChg chg="add del">
          <ac:chgData name="Shurahbil Abdurrehman" userId="cdcb4f59ff35075c" providerId="LiveId" clId="{EDA5B146-869C-43C1-A511-CD82903535E4}" dt="2026-01-08T04:24:03.673" v="120"/>
          <ac:spMkLst>
            <pc:docMk/>
            <pc:sldMk cId="1829762810" sldId="267"/>
            <ac:spMk id="29" creationId="{268CD2B3-D5FD-E9BE-CD14-BF34E7357BC3}"/>
          </ac:spMkLst>
        </pc:spChg>
        <pc:spChg chg="add del">
          <ac:chgData name="Shurahbil Abdurrehman" userId="cdcb4f59ff35075c" providerId="LiveId" clId="{EDA5B146-869C-43C1-A511-CD82903535E4}" dt="2026-01-08T04:24:03.673" v="120"/>
          <ac:spMkLst>
            <pc:docMk/>
            <pc:sldMk cId="1829762810" sldId="267"/>
            <ac:spMk id="31" creationId="{F5ECDBCB-206A-9AE6-398A-FE4F00A79655}"/>
          </ac:spMkLst>
        </pc:spChg>
      </pc:sldChg>
      <pc:sldChg chg="addSp modSp new del mod">
        <pc:chgData name="Shurahbil Abdurrehman" userId="cdcb4f59ff35075c" providerId="LiveId" clId="{EDA5B146-869C-43C1-A511-CD82903535E4}" dt="2026-01-08T04:36:55.454" v="189" actId="47"/>
        <pc:sldMkLst>
          <pc:docMk/>
          <pc:sldMk cId="1152909879" sldId="268"/>
        </pc:sldMkLst>
        <pc:picChg chg="add mod">
          <ac:chgData name="Shurahbil Abdurrehman" userId="cdcb4f59ff35075c" providerId="LiveId" clId="{EDA5B146-869C-43C1-A511-CD82903535E4}" dt="2026-01-08T04:33:28.988" v="164" actId="1076"/>
          <ac:picMkLst>
            <pc:docMk/>
            <pc:sldMk cId="1152909879" sldId="268"/>
            <ac:picMk id="5" creationId="{1DEB21C5-3154-3089-2B6A-4E9626ABFEF1}"/>
          </ac:picMkLst>
        </pc:picChg>
        <pc:picChg chg="add mod modCrop">
          <ac:chgData name="Shurahbil Abdurrehman" userId="cdcb4f59ff35075c" providerId="LiveId" clId="{EDA5B146-869C-43C1-A511-CD82903535E4}" dt="2026-01-08T04:34:07.265" v="173" actId="732"/>
          <ac:picMkLst>
            <pc:docMk/>
            <pc:sldMk cId="1152909879" sldId="268"/>
            <ac:picMk id="7" creationId="{6011EBD1-791A-8661-95A9-026BC0D4899B}"/>
          </ac:picMkLst>
        </pc:picChg>
        <pc:picChg chg="add mod">
          <ac:chgData name="Shurahbil Abdurrehman" userId="cdcb4f59ff35075c" providerId="LiveId" clId="{EDA5B146-869C-43C1-A511-CD82903535E4}" dt="2026-01-08T04:34:29.563" v="176" actId="1076"/>
          <ac:picMkLst>
            <pc:docMk/>
            <pc:sldMk cId="1152909879" sldId="268"/>
            <ac:picMk id="9" creationId="{A8861F58-0A5F-254B-4142-D7F5ED8FE1F5}"/>
          </ac:picMkLst>
        </pc:picChg>
      </pc:sldChg>
      <pc:sldChg chg="addSp delSp modSp new mod modTransition">
        <pc:chgData name="Shurahbil Abdurrehman" userId="cdcb4f59ff35075c" providerId="LiveId" clId="{EDA5B146-869C-43C1-A511-CD82903535E4}" dt="2026-01-08T05:47:00.659" v="688"/>
        <pc:sldMkLst>
          <pc:docMk/>
          <pc:sldMk cId="1574360669" sldId="268"/>
        </pc:sldMkLst>
        <pc:spChg chg="mod">
          <ac:chgData name="Shurahbil Abdurrehman" userId="cdcb4f59ff35075c" providerId="LiveId" clId="{EDA5B146-869C-43C1-A511-CD82903535E4}" dt="2026-01-08T00:30:45.912" v="514" actId="20577"/>
          <ac:spMkLst>
            <pc:docMk/>
            <pc:sldMk cId="1574360669" sldId="268"/>
            <ac:spMk id="2" creationId="{D2545B85-152A-6DA7-2247-3484711201FF}"/>
          </ac:spMkLst>
        </pc:spChg>
        <pc:spChg chg="mod">
          <ac:chgData name="Shurahbil Abdurrehman" userId="cdcb4f59ff35075c" providerId="LiveId" clId="{EDA5B146-869C-43C1-A511-CD82903535E4}" dt="2026-01-08T00:31:14.681" v="576" actId="20577"/>
          <ac:spMkLst>
            <pc:docMk/>
            <pc:sldMk cId="1574360669" sldId="268"/>
            <ac:spMk id="3" creationId="{87ED56B3-0ADB-2E77-7509-0F39F0D65766}"/>
          </ac:spMkLst>
        </pc:spChg>
        <pc:spChg chg="del">
          <ac:chgData name="Shurahbil Abdurrehman" userId="cdcb4f59ff35075c" providerId="LiveId" clId="{EDA5B146-869C-43C1-A511-CD82903535E4}" dt="2026-01-08T04:37:43.911" v="200" actId="931"/>
          <ac:spMkLst>
            <pc:docMk/>
            <pc:sldMk cId="1574360669" sldId="268"/>
            <ac:spMk id="4" creationId="{EA935A96-FE52-A7CA-4CE3-91EF219A275D}"/>
          </ac:spMkLst>
        </pc:spChg>
        <pc:spChg chg="del">
          <ac:chgData name="Shurahbil Abdurrehman" userId="cdcb4f59ff35075c" providerId="LiveId" clId="{EDA5B146-869C-43C1-A511-CD82903535E4}" dt="2026-01-08T04:38:00.362" v="202" actId="931"/>
          <ac:spMkLst>
            <pc:docMk/>
            <pc:sldMk cId="1574360669" sldId="268"/>
            <ac:spMk id="5" creationId="{14D1C24A-D4D2-581F-D9CA-044EAC6BCCE3}"/>
          </ac:spMkLst>
        </pc:spChg>
        <pc:spChg chg="del">
          <ac:chgData name="Shurahbil Abdurrehman" userId="cdcb4f59ff35075c" providerId="LiveId" clId="{EDA5B146-869C-43C1-A511-CD82903535E4}" dt="2026-01-08T04:37:50.116" v="201" actId="931"/>
          <ac:spMkLst>
            <pc:docMk/>
            <pc:sldMk cId="1574360669" sldId="268"/>
            <ac:spMk id="6" creationId="{68EE8167-8C7F-CED0-25B4-A91094C2FABD}"/>
          </ac:spMkLst>
        </pc:spChg>
        <pc:picChg chg="add del mod">
          <ac:chgData name="Shurahbil Abdurrehman" userId="cdcb4f59ff35075c" providerId="LiveId" clId="{EDA5B146-869C-43C1-A511-CD82903535E4}" dt="2026-01-08T04:37:29.570" v="197" actId="478"/>
          <ac:picMkLst>
            <pc:docMk/>
            <pc:sldMk cId="1574360669" sldId="268"/>
            <ac:picMk id="7" creationId="{B60CD29D-1E0C-531B-1321-98FB42F6D16B}"/>
          </ac:picMkLst>
        </pc:picChg>
        <pc:picChg chg="add del mod">
          <ac:chgData name="Shurahbil Abdurrehman" userId="cdcb4f59ff35075c" providerId="LiveId" clId="{EDA5B146-869C-43C1-A511-CD82903535E4}" dt="2026-01-08T04:37:30.836" v="198" actId="478"/>
          <ac:picMkLst>
            <pc:docMk/>
            <pc:sldMk cId="1574360669" sldId="268"/>
            <ac:picMk id="8" creationId="{5EC099E4-C3C2-22D6-C47D-17476724ED3B}"/>
          </ac:picMkLst>
        </pc:picChg>
        <pc:picChg chg="add del mod">
          <ac:chgData name="Shurahbil Abdurrehman" userId="cdcb4f59ff35075c" providerId="LiveId" clId="{EDA5B146-869C-43C1-A511-CD82903535E4}" dt="2026-01-08T04:37:32.379" v="199" actId="478"/>
          <ac:picMkLst>
            <pc:docMk/>
            <pc:sldMk cId="1574360669" sldId="268"/>
            <ac:picMk id="9" creationId="{572F0711-2092-9728-2998-A02DE8DEEF67}"/>
          </ac:picMkLst>
        </pc:picChg>
        <pc:picChg chg="add mod">
          <ac:chgData name="Shurahbil Abdurrehman" userId="cdcb4f59ff35075c" providerId="LiveId" clId="{EDA5B146-869C-43C1-A511-CD82903535E4}" dt="2026-01-08T04:37:43.911" v="200" actId="931"/>
          <ac:picMkLst>
            <pc:docMk/>
            <pc:sldMk cId="1574360669" sldId="268"/>
            <ac:picMk id="11" creationId="{9BBC8EBB-9078-9E3C-FCCC-F2E8ED8E06CA}"/>
          </ac:picMkLst>
        </pc:picChg>
        <pc:picChg chg="add mod">
          <ac:chgData name="Shurahbil Abdurrehman" userId="cdcb4f59ff35075c" providerId="LiveId" clId="{EDA5B146-869C-43C1-A511-CD82903535E4}" dt="2026-01-08T04:37:50.116" v="201" actId="931"/>
          <ac:picMkLst>
            <pc:docMk/>
            <pc:sldMk cId="1574360669" sldId="268"/>
            <ac:picMk id="13" creationId="{16432D32-9D70-30DC-3472-46DB0C93EFBF}"/>
          </ac:picMkLst>
        </pc:picChg>
        <pc:picChg chg="add mod">
          <ac:chgData name="Shurahbil Abdurrehman" userId="cdcb4f59ff35075c" providerId="LiveId" clId="{EDA5B146-869C-43C1-A511-CD82903535E4}" dt="2026-01-08T04:38:00.362" v="202" actId="931"/>
          <ac:picMkLst>
            <pc:docMk/>
            <pc:sldMk cId="1574360669" sldId="268"/>
            <ac:picMk id="15" creationId="{6BB19AD6-BE73-5F00-A2C3-1C94C5057813}"/>
          </ac:picMkLst>
        </pc:picChg>
      </pc:sldChg>
      <pc:sldChg chg="addSp delSp modSp new mod modTransition">
        <pc:chgData name="Shurahbil Abdurrehman" userId="cdcb4f59ff35075c" providerId="LiveId" clId="{EDA5B146-869C-43C1-A511-CD82903535E4}" dt="2026-01-08T06:05:00.121" v="911"/>
        <pc:sldMkLst>
          <pc:docMk/>
          <pc:sldMk cId="2868706744" sldId="269"/>
        </pc:sldMkLst>
        <pc:spChg chg="mod">
          <ac:chgData name="Shurahbil Abdurrehman" userId="cdcb4f59ff35075c" providerId="LiveId" clId="{EDA5B146-869C-43C1-A511-CD82903535E4}" dt="2026-01-08T06:01:53.036" v="857" actId="1076"/>
          <ac:spMkLst>
            <pc:docMk/>
            <pc:sldMk cId="2868706744" sldId="269"/>
            <ac:spMk id="2" creationId="{21AD99E0-5423-4EE0-C49B-D2DDA07902CA}"/>
          </ac:spMkLst>
        </pc:spChg>
        <pc:spChg chg="mod">
          <ac:chgData name="Shurahbil Abdurrehman" userId="cdcb4f59ff35075c" providerId="LiveId" clId="{EDA5B146-869C-43C1-A511-CD82903535E4}" dt="2026-01-08T06:02:01.087" v="858" actId="1076"/>
          <ac:spMkLst>
            <pc:docMk/>
            <pc:sldMk cId="2868706744" sldId="269"/>
            <ac:spMk id="3" creationId="{DAADB432-2092-5CDA-8D0E-F3687B0506BA}"/>
          </ac:spMkLst>
        </pc:spChg>
        <pc:spChg chg="del">
          <ac:chgData name="Shurahbil Abdurrehman" userId="cdcb4f59ff35075c" providerId="LiveId" clId="{EDA5B146-869C-43C1-A511-CD82903535E4}" dt="2026-01-08T05:48:42.235" v="696" actId="478"/>
          <ac:spMkLst>
            <pc:docMk/>
            <pc:sldMk cId="2868706744" sldId="269"/>
            <ac:spMk id="4" creationId="{9E805162-15C3-2925-09F2-13D80E01C480}"/>
          </ac:spMkLst>
        </pc:spChg>
        <pc:spChg chg="del">
          <ac:chgData name="Shurahbil Abdurrehman" userId="cdcb4f59ff35075c" providerId="LiveId" clId="{EDA5B146-869C-43C1-A511-CD82903535E4}" dt="2026-01-08T05:48:43.558" v="697" actId="478"/>
          <ac:spMkLst>
            <pc:docMk/>
            <pc:sldMk cId="2868706744" sldId="269"/>
            <ac:spMk id="5" creationId="{309F46B0-1B2C-4F1F-75A3-E642F0722C00}"/>
          </ac:spMkLst>
        </pc:spChg>
        <pc:spChg chg="del">
          <ac:chgData name="Shurahbil Abdurrehman" userId="cdcb4f59ff35075c" providerId="LiveId" clId="{EDA5B146-869C-43C1-A511-CD82903535E4}" dt="2026-01-08T05:48:45.002" v="698" actId="478"/>
          <ac:spMkLst>
            <pc:docMk/>
            <pc:sldMk cId="2868706744" sldId="269"/>
            <ac:spMk id="6" creationId="{929EC853-3CF4-2AF8-8BB6-47F446C3C2D2}"/>
          </ac:spMkLst>
        </pc:spChg>
        <pc:spChg chg="add del mod">
          <ac:chgData name="Shurahbil Abdurrehman" userId="cdcb4f59ff35075c" providerId="LiveId" clId="{EDA5B146-869C-43C1-A511-CD82903535E4}" dt="2026-01-08T06:01:40.981" v="855"/>
          <ac:spMkLst>
            <pc:docMk/>
            <pc:sldMk cId="2868706744" sldId="269"/>
            <ac:spMk id="7" creationId="{3AC99671-9D44-15EC-D286-D967AC5C31D8}"/>
          </ac:spMkLst>
        </pc:spChg>
        <pc:spChg chg="add del mod">
          <ac:chgData name="Shurahbil Abdurrehman" userId="cdcb4f59ff35075c" providerId="LiveId" clId="{EDA5B146-869C-43C1-A511-CD82903535E4}" dt="2026-01-08T06:02:25.689" v="861" actId="478"/>
          <ac:spMkLst>
            <pc:docMk/>
            <pc:sldMk cId="2868706744" sldId="269"/>
            <ac:spMk id="8" creationId="{D51B3D78-7116-AE64-4489-2F2BFFC361AE}"/>
          </ac:spMkLst>
        </pc:spChg>
        <pc:spChg chg="add mod">
          <ac:chgData name="Shurahbil Abdurrehman" userId="cdcb4f59ff35075c" providerId="LiveId" clId="{EDA5B146-869C-43C1-A511-CD82903535E4}" dt="2026-01-08T06:04:00.080" v="904" actId="1076"/>
          <ac:spMkLst>
            <pc:docMk/>
            <pc:sldMk cId="2868706744" sldId="269"/>
            <ac:spMk id="9" creationId="{3621A041-C2AE-401F-E4A6-00599A019B51}"/>
          </ac:spMkLst>
        </pc:spChg>
        <pc:spChg chg="add mod">
          <ac:chgData name="Shurahbil Abdurrehman" userId="cdcb4f59ff35075c" providerId="LiveId" clId="{EDA5B146-869C-43C1-A511-CD82903535E4}" dt="2026-01-08T06:02:40.121" v="879"/>
          <ac:spMkLst>
            <pc:docMk/>
            <pc:sldMk cId="2868706744" sldId="269"/>
            <ac:spMk id="10" creationId="{A9CB511D-EA45-4336-847C-1252667143B5}"/>
          </ac:spMkLst>
        </pc:spChg>
        <pc:spChg chg="add mod">
          <ac:chgData name="Shurahbil Abdurrehman" userId="cdcb4f59ff35075c" providerId="LiveId" clId="{EDA5B146-869C-43C1-A511-CD82903535E4}" dt="2026-01-08T06:04:03.815" v="905" actId="1076"/>
          <ac:spMkLst>
            <pc:docMk/>
            <pc:sldMk cId="2868706744" sldId="269"/>
            <ac:spMk id="11" creationId="{FDD22915-1EBD-1745-E004-685A554C8345}"/>
          </ac:spMkLst>
        </pc:spChg>
        <pc:spChg chg="add mod">
          <ac:chgData name="Shurahbil Abdurrehman" userId="cdcb4f59ff35075c" providerId="LiveId" clId="{EDA5B146-869C-43C1-A511-CD82903535E4}" dt="2026-01-08T06:04:11.346" v="908" actId="1076"/>
          <ac:spMkLst>
            <pc:docMk/>
            <pc:sldMk cId="2868706744" sldId="269"/>
            <ac:spMk id="12" creationId="{D945226E-58ED-D61F-BAC8-0A46BE1C260C}"/>
          </ac:spMkLst>
        </pc:spChg>
        <pc:spChg chg="add mod">
          <ac:chgData name="Shurahbil Abdurrehman" userId="cdcb4f59ff35075c" providerId="LiveId" clId="{EDA5B146-869C-43C1-A511-CD82903535E4}" dt="2026-01-08T06:04:17.016" v="910" actId="1076"/>
          <ac:spMkLst>
            <pc:docMk/>
            <pc:sldMk cId="2868706744" sldId="269"/>
            <ac:spMk id="13" creationId="{446F6A07-9B3D-B4D6-81AC-8DB6D681A32B}"/>
          </ac:spMkLst>
        </pc:spChg>
      </pc:sldChg>
      <pc:sldMasterChg chg="modSldLayout">
        <pc:chgData name="Shurahbil Abdurrehman" userId="cdcb4f59ff35075c" providerId="LiveId" clId="{EDA5B146-869C-43C1-A511-CD82903535E4}" dt="2026-01-08T04:36:37.849" v="188" actId="1076"/>
        <pc:sldMasterMkLst>
          <pc:docMk/>
          <pc:sldMasterMk cId="82855549" sldId="2147483672"/>
        </pc:sldMasterMkLst>
        <pc:sldLayoutChg chg="addSp delSp modSp mod">
          <pc:chgData name="Shurahbil Abdurrehman" userId="cdcb4f59ff35075c" providerId="LiveId" clId="{EDA5B146-869C-43C1-A511-CD82903535E4}" dt="2026-01-08T04:36:37.849" v="188" actId="1076"/>
          <pc:sldLayoutMkLst>
            <pc:docMk/>
            <pc:sldMasterMk cId="82855549" sldId="2147483672"/>
            <pc:sldLayoutMk cId="865674966" sldId="2147483684"/>
          </pc:sldLayoutMkLst>
          <pc:spChg chg="add del">
            <ac:chgData name="Shurahbil Abdurrehman" userId="cdcb4f59ff35075c" providerId="LiveId" clId="{EDA5B146-869C-43C1-A511-CD82903535E4}" dt="2026-01-08T04:35:51.389" v="177" actId="11529"/>
            <ac:spMkLst>
              <pc:docMk/>
              <pc:sldMasterMk cId="82855549" sldId="2147483672"/>
              <pc:sldLayoutMk cId="865674966" sldId="2147483684"/>
              <ac:spMk id="7" creationId="{FA0F5BF3-92EE-F990-4C18-6005B599B33E}"/>
            </ac:spMkLst>
          </pc:spChg>
          <pc:spChg chg="add mod">
            <ac:chgData name="Shurahbil Abdurrehman" userId="cdcb4f59ff35075c" providerId="LiveId" clId="{EDA5B146-869C-43C1-A511-CD82903535E4}" dt="2026-01-08T04:36:00.043" v="180" actId="14100"/>
            <ac:spMkLst>
              <pc:docMk/>
              <pc:sldMasterMk cId="82855549" sldId="2147483672"/>
              <pc:sldLayoutMk cId="865674966" sldId="2147483684"/>
              <ac:spMk id="9" creationId="{5C0FD33C-46DD-2647-677A-4B040EA32982}"/>
            </ac:spMkLst>
          </pc:spChg>
          <pc:spChg chg="add mod">
            <ac:chgData name="Shurahbil Abdurrehman" userId="cdcb4f59ff35075c" providerId="LiveId" clId="{EDA5B146-869C-43C1-A511-CD82903535E4}" dt="2026-01-08T04:36:33.043" v="186" actId="14100"/>
            <ac:spMkLst>
              <pc:docMk/>
              <pc:sldMasterMk cId="82855549" sldId="2147483672"/>
              <pc:sldLayoutMk cId="865674966" sldId="2147483684"/>
              <ac:spMk id="10" creationId="{EFE3398E-9465-37BF-985F-CB5BA9811C3B}"/>
            </ac:spMkLst>
          </pc:spChg>
          <pc:spChg chg="add mod">
            <ac:chgData name="Shurahbil Abdurrehman" userId="cdcb4f59ff35075c" providerId="LiveId" clId="{EDA5B146-869C-43C1-A511-CD82903535E4}" dt="2026-01-08T04:36:37.849" v="188" actId="1076"/>
            <ac:spMkLst>
              <pc:docMk/>
              <pc:sldMasterMk cId="82855549" sldId="2147483672"/>
              <pc:sldLayoutMk cId="865674966" sldId="2147483684"/>
              <ac:spMk id="11" creationId="{73432638-A58A-6B0C-89F8-4F6B5A79D943}"/>
            </ac:spMkLst>
          </pc:spChg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urahbil-crypto/acit-lab-final-project-website.git" TargetMode="External"/><Relationship Id="rId1" Type="http://schemas.openxmlformats.org/officeDocument/2006/relationships/hyperlink" Target="https://shurahbil-crypto.github.io/acit-lab-final-project-website/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shurahbil-crypto/acit-lab-final-project-website.git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701D68F5-42F8-47BC-8FED-84C50F595DF0}">
      <dgm:prSet phldrT="[Text]"/>
      <dgm:spPr/>
      <dgm:t>
        <a:bodyPr/>
        <a:lstStyle/>
        <a:p>
          <a:r>
            <a:rPr lang="en-GB" dirty="0"/>
            <a:t>Information</a:t>
          </a:r>
          <a:endParaRPr lang="en-US" dirty="0"/>
        </a:p>
      </dgm:t>
    </dgm:pt>
    <dgm:pt modelId="{9617668C-C38C-4017-8DDF-37855B15D110}" type="parTrans" cxnId="{C4BA385D-31ED-40EF-A5D6-98DFBA64E71A}">
      <dgm:prSet/>
      <dgm:spPr/>
      <dgm:t>
        <a:bodyPr/>
        <a:lstStyle/>
        <a:p>
          <a:endParaRPr lang="en-US"/>
        </a:p>
      </dgm:t>
    </dgm:pt>
    <dgm:pt modelId="{0C95B389-AC0C-4055-9AA3-38815EFC8B0A}" type="sibTrans" cxnId="{C4BA385D-31ED-40EF-A5D6-98DFBA64E71A}">
      <dgm:prSet/>
      <dgm:spPr/>
      <dgm:t>
        <a:bodyPr/>
        <a:lstStyle/>
        <a:p>
          <a:endParaRPr lang="en-US"/>
        </a:p>
      </dgm:t>
    </dgm:pt>
    <dgm:pt modelId="{91A66877-AC1C-46D9-BF2C-6024B638DEA9}">
      <dgm:prSet phldrT="[Text]"/>
      <dgm:spPr/>
      <dgm:t>
        <a:bodyPr/>
        <a:lstStyle/>
        <a:p>
          <a:r>
            <a:rPr lang="en-US" dirty="0"/>
            <a:t>Competition</a:t>
          </a:r>
        </a:p>
      </dgm:t>
    </dgm:pt>
    <dgm:pt modelId="{913FED05-DF41-48A7-B1F8-81937A468EF9}" type="parTrans" cxnId="{7F0DAB6F-9257-4F2D-B31A-3418F73F6952}">
      <dgm:prSet/>
      <dgm:spPr/>
      <dgm:t>
        <a:bodyPr/>
        <a:lstStyle/>
        <a:p>
          <a:endParaRPr lang="en-US"/>
        </a:p>
      </dgm:t>
    </dgm:pt>
    <dgm:pt modelId="{BFCE4A28-C381-46FF-935A-B11534EF7D87}" type="sibTrans" cxnId="{7F0DAB6F-9257-4F2D-B31A-3418F73F6952}">
      <dgm:prSet/>
      <dgm:spPr/>
      <dgm:t>
        <a:bodyPr/>
        <a:lstStyle/>
        <a:p>
          <a:endParaRPr lang="en-US"/>
        </a:p>
      </dgm:t>
    </dgm:pt>
    <dgm:pt modelId="{76CC3289-2662-43F0-A3C6-BA04A135F08C}">
      <dgm:prSet phldrT="[Text]"/>
      <dgm:spPr/>
      <dgm:t>
        <a:bodyPr/>
        <a:lstStyle/>
        <a:p>
          <a:r>
            <a:rPr lang="en-US" dirty="0"/>
            <a:t>Real Experience</a:t>
          </a:r>
        </a:p>
      </dgm:t>
    </dgm:pt>
    <dgm:pt modelId="{D46DB4DA-1442-4ECE-89FE-BBB1E3489E3D}" type="parTrans" cxnId="{0400886E-8A1A-44C2-95A7-DB0EF4911494}">
      <dgm:prSet/>
      <dgm:spPr/>
      <dgm:t>
        <a:bodyPr/>
        <a:lstStyle/>
        <a:p>
          <a:endParaRPr lang="en-US"/>
        </a:p>
      </dgm:t>
    </dgm:pt>
    <dgm:pt modelId="{FA28C9D6-476E-43CD-BA23-D6D990FD78D0}" type="sibTrans" cxnId="{0400886E-8A1A-44C2-95A7-DB0EF4911494}">
      <dgm:prSet/>
      <dgm:spPr/>
      <dgm:t>
        <a:bodyPr/>
        <a:lstStyle/>
        <a:p>
          <a:endParaRPr lang="en-US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157625" custScaleY="15762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157625" custScaleY="157625"/>
      <dgm:spPr>
        <a:blipFill>
          <a:blip xmlns:r="http://schemas.openxmlformats.org/officeDocument/2006/relationships" r:embed="rId3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>
          <a:noFill/>
        </a:ln>
      </dgm:spPr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157625" custScaleY="157625"/>
      <dgm:spPr>
        <a:blipFill>
          <a:blip xmlns:r="http://schemas.openxmlformats.org/officeDocument/2006/relationships" r:embed="rId4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>
          <a:noFill/>
        </a:ln>
      </dgm:spPr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50AC01-D39D-4F3A-9DC8-2A211EE986A2}">
      <dgm:prSet phldrT="[Text]"/>
      <dgm:spPr/>
      <dgm:t>
        <a:bodyPr/>
        <a:lstStyle/>
        <a:p>
          <a:pPr>
            <a:lnSpc>
              <a:spcPct val="100000"/>
            </a:lnSpc>
          </a:pPr>
          <a:endParaRPr 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/>
          </dgm14:cNvPr>
        </a:ext>
      </dgm:extLst>
    </dgm:pt>
    <dgm:pt modelId="{720680DC-AAA4-4434-A582-60EBCC5BA355}" type="parTrans" cxnId="{0B5DAE5F-BCDC-4BF7-A6E7-CF856886A64D}">
      <dgm:prSet/>
      <dgm:spPr/>
      <dgm:t>
        <a:bodyPr/>
        <a:lstStyle/>
        <a:p>
          <a:endParaRPr lang="en-US"/>
        </a:p>
      </dgm:t>
    </dgm:pt>
    <dgm:pt modelId="{CA077D98-8478-47EA-B6A9-99ACE60C64D4}" type="sibTrans" cxnId="{0B5DAE5F-BCDC-4BF7-A6E7-CF856886A64D}">
      <dgm:prSet/>
      <dgm:spPr/>
      <dgm:t>
        <a:bodyPr/>
        <a:lstStyle/>
        <a:p>
          <a:endParaRPr lang="en-US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GB" dirty="0">
              <a:solidFill>
                <a:schemeClr val="tx1">
                  <a:lumMod val="85000"/>
                  <a:lumOff val="15000"/>
                </a:schemeClr>
              </a:solidFill>
              <a:hlinkClick xmlns:r="http://schemas.openxmlformats.org/officeDocument/2006/relationships"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Repo</a:t>
          </a:r>
          <a:endParaRPr lang="en-US" dirty="0">
            <a:solidFill>
              <a:schemeClr val="tx1">
                <a:lumMod val="85000"/>
                <a:lumOff val="15000"/>
              </a:schemeClr>
            </a:solidFill>
          </a:endParaRPr>
        </a:p>
      </dgm:t>
    </dgm:pt>
    <dgm:pt modelId="{ED3A4BC2-B75A-4952-A38B-A42B5995DF05}" type="parTrans" cxnId="{EDEF4F82-1237-4639-A0F7-385C1897CE66}">
      <dgm:prSet/>
      <dgm:spPr/>
      <dgm:t>
        <a:bodyPr/>
        <a:lstStyle/>
        <a:p>
          <a:endParaRPr lang="en-US"/>
        </a:p>
      </dgm:t>
    </dgm:pt>
    <dgm:pt modelId="{FD949706-EDCC-4ADC-8EDF-8EDA49C92325}" type="sibTrans" cxnId="{EDEF4F82-1237-4639-A0F7-385C1897CE66}">
      <dgm:prSet/>
      <dgm:spPr/>
      <dgm:t>
        <a:bodyPr/>
        <a:lstStyle/>
        <a:p>
          <a:endParaRPr lang="en-US"/>
        </a:p>
      </dgm:t>
    </dgm:pt>
    <dgm:pt modelId="{5605D28D-2CE6-4513-8566-952984E21E1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Video</a:t>
          </a:r>
        </a:p>
      </dgm:t>
    </dgm:pt>
    <dgm:pt modelId="{EB15AB98-362B-4E70-A3DA-995FC3E8BA79}" type="parTrans" cxnId="{FAF3F884-F0CF-440F-8CB1-B7648AB1B138}">
      <dgm:prSet/>
      <dgm:spPr/>
      <dgm:t>
        <a:bodyPr/>
        <a:lstStyle/>
        <a:p>
          <a:endParaRPr lang="en-US"/>
        </a:p>
      </dgm:t>
    </dgm:pt>
    <dgm:pt modelId="{823D1971-2C4D-4EC5-A874-2F463DE37109}" type="sibTrans" cxnId="{FAF3F884-F0CF-440F-8CB1-B7648AB1B138}">
      <dgm:prSet/>
      <dgm:spPr/>
      <dgm:t>
        <a:bodyPr/>
        <a:lstStyle/>
        <a:p>
          <a:endParaRPr lang="en-U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 custLinFactNeighborX="3069" custLinFactNeighborY="256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523237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54818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Information</a:t>
          </a:r>
          <a:endParaRPr lang="en-US" sz="3600" kern="1200" dirty="0"/>
        </a:p>
      </dsp:txBody>
      <dsp:txXfrm>
        <a:off x="54818" y="2746269"/>
        <a:ext cx="3222832" cy="720000"/>
      </dsp:txXfrm>
    </dsp:sp>
    <dsp:sp modelId="{CE9DF0E8-B0DE-4E1E-9FF4-6006AD8428DB}">
      <dsp:nvSpPr>
        <dsp:cNvPr id="0" name=""/>
        <dsp:cNvSpPr/>
      </dsp:nvSpPr>
      <dsp:spPr>
        <a:xfrm>
          <a:off x="4310064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3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3841646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Competition</a:t>
          </a:r>
        </a:p>
      </dsp:txBody>
      <dsp:txXfrm>
        <a:off x="3841646" y="2746269"/>
        <a:ext cx="3222832" cy="720000"/>
      </dsp:txXfrm>
    </dsp:sp>
    <dsp:sp modelId="{6DB1FE51-13D0-4A38-AD6E-48D4371A1AF3}">
      <dsp:nvSpPr>
        <dsp:cNvPr id="0" name=""/>
        <dsp:cNvSpPr/>
      </dsp:nvSpPr>
      <dsp:spPr>
        <a:xfrm>
          <a:off x="8096892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4">
            <a:duotone>
              <a:schemeClr val="accent2">
                <a:hueOff val="0"/>
                <a:satOff val="0"/>
                <a:lumOff val="0"/>
                <a:alphaOff val="0"/>
                <a:shade val="20000"/>
                <a:satMod val="200000"/>
              </a:schemeClr>
              <a:schemeClr val="accent2">
                <a:hueOff val="0"/>
                <a:satOff val="0"/>
                <a:lumOff val="0"/>
                <a:alphaOff val="0"/>
                <a:tint val="12000"/>
                <a:satMod val="190000"/>
              </a:schemeClr>
            </a:duotone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628474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Real Experience</a:t>
          </a:r>
        </a:p>
      </dsp:txBody>
      <dsp:txXfrm>
        <a:off x="7628474" y="2746269"/>
        <a:ext cx="322283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 dirty="0"/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802955" y="1427399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solidFill>
                <a:schemeClr val="tx1">
                  <a:lumMod val="85000"/>
                  <a:lumOff val="15000"/>
                </a:schemeClr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Repo</a:t>
          </a:r>
          <a:endParaRPr lang="en-US" sz="3500" kern="1200" dirty="0">
            <a:solidFill>
              <a:schemeClr val="tx1">
                <a:lumMod val="85000"/>
                <a:lumOff val="15000"/>
              </a:schemeClr>
            </a:solidFill>
          </a:endParaRPr>
        </a:p>
      </dsp:txBody>
      <dsp:txXfrm>
        <a:off x="802955" y="1427399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Video</a:t>
          </a:r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C0FD33C-46DD-2647-677A-4B040EA32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7816" y="725212"/>
            <a:ext cx="3696801" cy="213725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FE3398E-9465-37BF-985F-CB5BA9811C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44846" y="725211"/>
            <a:ext cx="3696802" cy="2137258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73432638-A58A-6B0C-89F8-4F6B5A79D94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1877" y="725211"/>
            <a:ext cx="3696801" cy="213725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74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hyperlink" Target="https://www.vecteezy.com/vector-art/5747906-info-icon-vector-template-information-icon-colorfu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openxmlformats.org/officeDocument/2006/relationships/image" Target="../media/image22.svg"/><Relationship Id="rId3" Type="http://schemas.openxmlformats.org/officeDocument/2006/relationships/image" Target="../media/image19.jpeg"/><Relationship Id="rId7" Type="http://schemas.openxmlformats.org/officeDocument/2006/relationships/diagramColors" Target="../diagrams/colors2.xml"/><Relationship Id="rId12" Type="http://schemas.openxmlformats.org/officeDocument/2006/relationships/image" Target="../media/image21.png"/><Relationship Id="rId17" Type="http://schemas.openxmlformats.org/officeDocument/2006/relationships/hyperlink" Target="https://www.svgrepo.com/svg/457829/video" TargetMode="Externa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4.sv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11" Type="http://schemas.openxmlformats.org/officeDocument/2006/relationships/hyperlink" Target="https://shurahbil-crypto.github.io/acit-lab-final-project-website/" TargetMode="External"/><Relationship Id="rId5" Type="http://schemas.openxmlformats.org/officeDocument/2006/relationships/diagramLayout" Target="../diagrams/layout2.xml"/><Relationship Id="rId15" Type="http://schemas.openxmlformats.org/officeDocument/2006/relationships/image" Target="../media/image23.png"/><Relationship Id="rId10" Type="http://schemas.openxmlformats.org/officeDocument/2006/relationships/hyperlink" Target="https://www.vecteezy.com/png/15153047-world-wide-web-icon-design-for-web-interfaces-and-applications" TargetMode="External"/><Relationship Id="rId4" Type="http://schemas.openxmlformats.org/officeDocument/2006/relationships/diagramData" Target="../diagrams/data2.xml"/><Relationship Id="rId9" Type="http://schemas.openxmlformats.org/officeDocument/2006/relationships/image" Target="../media/image20.png"/><Relationship Id="rId14" Type="http://schemas.openxmlformats.org/officeDocument/2006/relationships/hyperlink" Target="https://animalia-life.club/qa/pictures/github-icon-white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Spark forge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Learn what hackathons are, why people join them, and how they help you grow presented in clear, beginner-friendly language.</a:t>
            </a:r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044">
        <p:fade/>
      </p:transition>
    </mc:Choice>
    <mc:Fallback>
      <p:transition spd="med" advTm="1044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Objectives</a:t>
            </a: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143490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4B48818-2523-FC00-2C82-AE55FF3A48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1110648" y="1070870"/>
            <a:ext cx="2460766" cy="24607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580C7CE-5A5D-ABF4-8E3F-BBA4042DBFC3}"/>
              </a:ext>
            </a:extLst>
          </p:cNvPr>
          <p:cNvSpPr/>
          <p:nvPr/>
        </p:nvSpPr>
        <p:spPr>
          <a:xfrm>
            <a:off x="5060414" y="1439537"/>
            <a:ext cx="1755355" cy="348868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F9868A-0DCB-A13D-85A4-911BF0277A3E}"/>
              </a:ext>
            </a:extLst>
          </p:cNvPr>
          <p:cNvSpPr/>
          <p:nvPr/>
        </p:nvSpPr>
        <p:spPr>
          <a:xfrm>
            <a:off x="5715919" y="3380342"/>
            <a:ext cx="754656" cy="196468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  <p:transition spd="slow" advTm="1202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38327-2B7D-B886-B006-20D44F643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 pages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975EE-8960-A65F-3FEE-C25BF3C56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Home page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37D5273-4098-8033-04C6-482749DC83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8250" y="2925763"/>
            <a:ext cx="5218288" cy="2935287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77D8C5-D1A6-FF84-4AD6-FAF6DCA8E1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Hackathon Info Page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23F61C6-677A-118D-FB68-273D811F6FB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05462" y="2925763"/>
            <a:ext cx="5218288" cy="2935287"/>
          </a:xfrm>
        </p:spPr>
      </p:pic>
    </p:spTree>
    <p:extLst>
      <p:ext uri="{BB962C8B-B14F-4D97-AF65-F5344CB8AC3E}">
        <p14:creationId xmlns:p14="http://schemas.microsoft.com/office/powerpoint/2010/main" val="2700233883"/>
      </p:ext>
    </p:extLst>
  </p:cSld>
  <p:clrMapOvr>
    <a:masterClrMapping/>
  </p:clrMapOvr>
  <p:transition spd="slow" advTm="833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08B65-5C2E-216F-F6BE-D7C3BAE7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WEB Pages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2DA74-18EE-5310-0EA9-0BC64DEBF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Themes of Hackathons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BE36437-0027-56FA-FDD8-810989E1284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8250" y="2925763"/>
            <a:ext cx="5218288" cy="2935287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9F7E34-0FC8-4967-1122-E15D81E11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Projects from previous </a:t>
            </a:r>
            <a:r>
              <a:rPr lang="en-GB" dirty="0" err="1"/>
              <a:t>Competetors</a:t>
            </a:r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CAC37BF-6607-AB6F-75F4-FA12D657EEF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05462" y="2925763"/>
            <a:ext cx="5218288" cy="2935287"/>
          </a:xfrm>
        </p:spPr>
      </p:pic>
    </p:spTree>
    <p:extLst>
      <p:ext uri="{BB962C8B-B14F-4D97-AF65-F5344CB8AC3E}">
        <p14:creationId xmlns:p14="http://schemas.microsoft.com/office/powerpoint/2010/main" val="3175275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671">
        <p:fade/>
      </p:transition>
    </mc:Choice>
    <mc:Fallback>
      <p:transition spd="med" advTm="67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6101-5032-4795-6F08-32F29311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Contact us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D2C20A8-4A51-88EF-54AB-B09D02ADC8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7790" y="601663"/>
            <a:ext cx="7473244" cy="4203700"/>
          </a:xfrm>
        </p:spPr>
      </p:pic>
    </p:spTree>
    <p:extLst>
      <p:ext uri="{BB962C8B-B14F-4D97-AF65-F5344CB8AC3E}">
        <p14:creationId xmlns:p14="http://schemas.microsoft.com/office/powerpoint/2010/main" val="936983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831">
        <p:split orient="vert"/>
      </p:transition>
    </mc:Choice>
    <mc:Fallback>
      <p:transition spd="slow" advTm="831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data</a:t>
            </a:r>
          </a:p>
        </p:txBody>
      </p:sp>
      <p:pic>
        <p:nvPicPr>
          <p:cNvPr id="11" name="Content Placeholder 4" descr="Charts">
            <a:extLst>
              <a:ext uri="{FF2B5EF4-FFF2-40B4-BE49-F238E27FC236}">
                <a16:creationId xmlns:a16="http://schemas.microsoft.com/office/drawing/2014/main" id="{47D9BE16-119C-43B2-9AE6-18C4A150C0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81025" y="2231480"/>
            <a:ext cx="5422900" cy="3625353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9211D8C-F46E-91C5-98E9-D53F7C34B2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27575" y="2820023"/>
            <a:ext cx="3943900" cy="2448267"/>
          </a:xfr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ransition spd="slow" advTm="602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5B85-152A-6DA7-2247-348471120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D56B3-0ADB-2E77-7509-0F39F0D65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Registration budgets and trends</a:t>
            </a:r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9BBC8EBB-9078-9E3C-FCCC-F2E8ED8E06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3451" b="3451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6BB19AD6-BE73-5F00-A2C3-1C94C50578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3563" b="3563"/>
          <a:stretch>
            <a:fillRect/>
          </a:stretch>
        </p:blipFill>
        <p:spPr/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16432D32-9D70-30DC-3472-46DB0C93EFB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l="4795" r="47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574360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607">
        <p:split orient="vert"/>
      </p:transition>
    </mc:Choice>
    <mc:Fallback>
      <p:transition spd="slow" advTm="607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E67E4-3AAB-1E81-E17E-EA647AE26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Maintainer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6DECD-EA16-E7FC-DCE3-453614E4C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Expected Participants, total budget, registration fee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82665-0A95-612B-E539-08D70A66A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93" y="672507"/>
            <a:ext cx="3616579" cy="22280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0A01D9-2EED-FE5A-87C2-71349AC0E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614" y="672507"/>
            <a:ext cx="3720752" cy="21252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A1A038-54FB-8D35-6A39-57E4A7CDC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7309" y="607258"/>
            <a:ext cx="3720751" cy="221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79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 advTm="648">
        <p14:reveal/>
      </p:transition>
    </mc:Choice>
    <mc:Fallback>
      <p:transition spd="slow" advTm="648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Live links</a:t>
            </a:r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45046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1A7CE3A0-4490-6575-1931-A0311538AFB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671106" y="2376623"/>
            <a:ext cx="1076733" cy="10767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B8A769-CC1F-E64D-6887-C297968E17C9}"/>
              </a:ext>
            </a:extLst>
          </p:cNvPr>
          <p:cNvSpPr txBox="1"/>
          <p:nvPr/>
        </p:nvSpPr>
        <p:spPr>
          <a:xfrm>
            <a:off x="1690092" y="2591823"/>
            <a:ext cx="2179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tx1">
                    <a:lumMod val="85000"/>
                    <a:lumOff val="15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7345901-C63E-FFB2-B5FE-B7F1302B14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1033787" y="3552219"/>
            <a:ext cx="895661" cy="89379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43C6550-2CCE-E40E-4EB7-30AB241E8FA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769198" y="4604901"/>
            <a:ext cx="895661" cy="89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924">
        <p:fade/>
      </p:transition>
    </mc:Choice>
    <mc:Fallback>
      <p:transition spd="med" advTm="924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99E0-5423-4EE0-C49B-D2DDA0790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63" y="910192"/>
            <a:ext cx="11029615" cy="805835"/>
          </a:xfrm>
        </p:spPr>
        <p:txBody>
          <a:bodyPr/>
          <a:lstStyle/>
          <a:p>
            <a:r>
              <a:rPr lang="en-GB" dirty="0"/>
              <a:t>Reflection and next step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DB432-2092-5CDA-8D0E-F3687B050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863" y="1716027"/>
            <a:ext cx="11029615" cy="600556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We want this site to expand to serve Pakistani engineers and learner to gain Real experience in Tech projects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1A041-C2AE-401F-E4A6-00599A019B51}"/>
              </a:ext>
            </a:extLst>
          </p:cNvPr>
          <p:cNvSpPr txBox="1"/>
          <p:nvPr/>
        </p:nvSpPr>
        <p:spPr>
          <a:xfrm>
            <a:off x="471863" y="2521862"/>
            <a:ext cx="162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Key Reflections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D22915-1EBD-1745-E004-685A554C8345}"/>
              </a:ext>
            </a:extLst>
          </p:cNvPr>
          <p:cNvSpPr txBox="1"/>
          <p:nvPr/>
        </p:nvSpPr>
        <p:spPr>
          <a:xfrm>
            <a:off x="543285" y="3122418"/>
            <a:ext cx="37194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Improved planning and structuring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Better data‑content alignment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Clearer academic documentation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5226E-58ED-D61F-BAC8-0A46BE1C260C}"/>
              </a:ext>
            </a:extLst>
          </p:cNvPr>
          <p:cNvSpPr txBox="1"/>
          <p:nvPr/>
        </p:nvSpPr>
        <p:spPr>
          <a:xfrm>
            <a:off x="6149009" y="2589033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Next Step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6F6A07-9B3D-B4D6-81AC-8DB6D681A32B}"/>
              </a:ext>
            </a:extLst>
          </p:cNvPr>
          <p:cNvSpPr txBox="1"/>
          <p:nvPr/>
        </p:nvSpPr>
        <p:spPr>
          <a:xfrm>
            <a:off x="6216492" y="3122418"/>
            <a:ext cx="342549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Add interactive features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Implement backend integration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Expand real participant data</a:t>
            </a:r>
          </a:p>
        </p:txBody>
      </p:sp>
    </p:spTree>
    <p:extLst>
      <p:ext uri="{BB962C8B-B14F-4D97-AF65-F5344CB8AC3E}">
        <p14:creationId xmlns:p14="http://schemas.microsoft.com/office/powerpoint/2010/main" val="2868706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2445">
        <p14:flythrough/>
      </p:transition>
    </mc:Choice>
    <mc:Fallback>
      <p:transition spd="slow" advTm="2445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399</TotalTime>
  <Words>126</Words>
  <Application>Microsoft Office PowerPoint</Application>
  <PresentationFormat>Widescreen</PresentationFormat>
  <Paragraphs>37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Gill Sans MT</vt:lpstr>
      <vt:lpstr>Wingdings 2</vt:lpstr>
      <vt:lpstr>Custom</vt:lpstr>
      <vt:lpstr>Spark forge</vt:lpstr>
      <vt:lpstr>Objectives</vt:lpstr>
      <vt:lpstr>Web pages</vt:lpstr>
      <vt:lpstr>WEB Pages</vt:lpstr>
      <vt:lpstr>Contact us</vt:lpstr>
      <vt:lpstr>User data</vt:lpstr>
      <vt:lpstr>User data</vt:lpstr>
      <vt:lpstr>Maintainer Data</vt:lpstr>
      <vt:lpstr>Live links</vt:lpstr>
      <vt:lpstr>Reflection and next step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Shurahbil Abdurrehman</dc:creator>
  <cp:lastModifiedBy>Shurahbil Abdurrehman</cp:lastModifiedBy>
  <cp:revision>1</cp:revision>
  <dcterms:created xsi:type="dcterms:W3CDTF">2026-01-08T04:00:23Z</dcterms:created>
  <dcterms:modified xsi:type="dcterms:W3CDTF">2026-01-08T06:05:10Z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